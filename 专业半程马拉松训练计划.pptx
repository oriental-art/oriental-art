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764BA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093FB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专业半程马拉松训练计划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9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从100分钟突破到95分钟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2918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当前成绩：100分钟 (4:45/km)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目标成绩：95分钟 (4:30/km)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训练周期：12周 (3个月)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3716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训练计划概述与目标分析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37160" cy="4572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运动员评估与训练区间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3716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周期化训练架构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37160" cy="4572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12周详细训练计划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3716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力量训练方案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37160" cy="4572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营养与补给策略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13716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恢复与损伤预防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" y="4892040"/>
            <a:ext cx="137160" cy="4572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比赛日执行策略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训练计划概述与目标分析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半马成绩：100分钟 → 95分钟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配速提升：4:45/km → 4:30/km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时间框架：12周（3个月）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成功关键因素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有氧基础：当前成绩表明具备扎实基础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乳酸阈值：需提升阈值配速10-15秒/公里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跑步经济性：通过力量和技巧训练改善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配速执行：培养精确的配速感知能力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周期化训练架构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0" y="3474720"/>
            <a:ext cx="914400" cy="10972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基础强化期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1-4周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474720"/>
            <a:ext cx="914400" cy="109728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专项提升期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3474720"/>
            <a:ext cx="914400" cy="10972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巅峰竞技期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9-11周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474720"/>
            <a:ext cx="91440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taper减量期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半程马拉松训练计划</dc:title>
  <dc:subject>PptxGenJS Presentation</dc:subject>
  <dc:creator>专业马拉松教练</dc:creator>
  <cp:lastModifiedBy>专业马拉松教练</cp:lastModifiedBy>
  <cp:revision>1</cp:revision>
  <dcterms:created xsi:type="dcterms:W3CDTF">2026-03-26T16:37:37Z</dcterms:created>
  <dcterms:modified xsi:type="dcterms:W3CDTF">2026-03-26T16:37:37Z</dcterms:modified>
</cp:coreProperties>
</file>