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光迅科技投资分析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002281.SZ | AI时代的光模块龙头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2026年4月 | 机构投资研究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目录 |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01  执行摘要与投资结论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02  行业趋势与竞争格局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03  公司财务表现分析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04  估值分析与投资建议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05  风险因素与情景分析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06  总结与行动建议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执行摘要 |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光迅科技是中国光通信器件龙头，央企背景（中国信科集团）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2025年前三季度营收85.32亿元，同比+58.65%，净利润7.19亿元，同比+54.95%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当前PE 76倍，显著高于行业均值49.8倍，估值溢价53%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DCF合理价值75元，当前股价90.39元溢价20%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投资评级：观望/等待回调，建议买入区间65-75元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行业趋势 | Industry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AI算力需求爆发：800G/1.6T光模块CAGR预计&gt;60%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国产替代加速："东数西算"国家战略推动，央企背景优势明显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技术路线迭代：CPO技术2026-2027年商用，硅光渗透率提升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行业格局集中：马太效应加剧，中小厂商出清，头部份额提升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竞争五力：现有竞争者强度高、客户议价能力强、替代品威胁中等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财务表现 | Financial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营收(亿)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净利润(亿)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毛利率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8.0%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7.6%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9.8%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2025E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+0.6pp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+4.5pp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估值对比 | Valuation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公司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PE(倍)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PB(倍)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评价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光迅科技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76.06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估值偏高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中际旭创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45.50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合理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新易盛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35.20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低估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天孚通信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合理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行业均值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投资亮点 | Investment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AI算力需求爆发：800G/1.6T光模块处于渗透率快速提升期，北美四大云厂商capex超2000亿美元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国产替代红利：央企背景，在政府和运营商采购中具有天然优势，国内市场份额领先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技术迭代加速：从传统电信市场向数通市场结构性跃迁，产品附加值提升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垂直整合能力：从芯片到模块的全产业链布局，成本和技术优势明显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客户资源优质：华为、中兴、阿里等核心客户，合作关系稳定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风险因素 | Risk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估值风险：PE 76倍已透支未来2年增长预期，存在估值回调压力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竞争风险：行业产能扩张加速，中际旭创、新易盛等头部企业竞争激烈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技术风险：CPO、硅光等新技术快速演进，需要持续高强度研发投入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地缘政治风险：中美科技博弈背景下，高端芯片供应和海外市场存在不确定性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● 客户集中风险：前五大客户占比超过50%，对大客户依赖度较高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投资建议 | Investment Recommendation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价格区间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操作建议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仓位建议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&gt;90元(当前)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观望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80-90元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观望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70-80元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开始建仓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2-3%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65-70元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加仓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3-5%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&lt;65元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重仓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5-8%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情景分析 | Scenario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情景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概率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目标价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关键假设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牛市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AI需求超预期，市场份额提升至20%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基准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75元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AI需求稳定增长，份额维持12-15%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熊市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55元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AI需求放缓，价格战激烈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加权平均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79元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 |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光迅科技是AI时代的"卖铲人"，长期价值明确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当前76倍PE估值需要业绩消化或股价回调来修复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建议耐心等待65-75元的建仓机会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核心风险：估值回调、竞争加剧、技术路线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768096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💡 好公司，需要好价格。当前观望，等待回调至65-75元区间建仓。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